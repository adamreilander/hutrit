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slide+xml" PartName="/ppt/slides/slide86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slide+xml" PartName="/ppt/slides/slide89.xml"/>
  <Override ContentType="application/vnd.openxmlformats-officedocument.presentationml.slide+xml" PartName="/ppt/slides/slide90.xml"/>
  <Override ContentType="application/vnd.openxmlformats-officedocument.presentationml.slide+xml" PartName="/ppt/slides/slide91.xml"/>
  <Override ContentType="application/vnd.openxmlformats-officedocument.presentationml.slide+xml" PartName="/ppt/slides/slide92.xml"/>
  <Override ContentType="application/vnd.openxmlformats-officedocument.presentationml.slide+xml" PartName="/ppt/slides/slide93.xml"/>
  <Override ContentType="application/vnd.openxmlformats-officedocument.presentationml.slide+xml" PartName="/ppt/slides/slide9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9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70" r:id="rId20"/>
    <p:sldId id="271" r:id="rId21"/>
    <p:sldId id="272" r:id="rId22"/>
    <p:sldId id="273" r:id="rId23"/>
    <p:sldId id="350" r:id="rId104"/>
    <p:sldId id="274" r:id="rId24"/>
  </p:sldIdLst>
  <p:sldSz cx="10287000" cy="12852400"/>
  <p:notesSz cx="6858000" cy="9144000"/>
  <p:embeddedFontLst>
    <p:embeddedFont>
      <p:font typeface="Mulish Heavy" charset="1" panose="00000A00000000000000"/>
      <p:regular r:id="rId100"/>
    </p:embeddedFont>
    <p:embeddedFont>
      <p:font typeface="Mulish Bold" charset="1" panose="00000800000000000000"/>
      <p:regular r:id="rId101"/>
    </p:embeddedFont>
    <p:embeddedFont>
      <p:font typeface="Mulish Semi-Bold" charset="1" panose="00000700000000000000"/>
      <p:regular r:id="rId102"/>
    </p:embeddedFont>
    <p:embeddedFont>
      <p:font typeface="Mulish" charset="1" panose="00000500000000000000"/>
      <p:regular r:id="rId10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00" Target="fonts/font100.fntdata" Type="http://schemas.openxmlformats.org/officeDocument/2006/relationships/font"/><Relationship Id="rId101" Target="fonts/font101.fntdata" Type="http://schemas.openxmlformats.org/officeDocument/2006/relationships/font"/><Relationship Id="rId102" Target="fonts/font102.fntdata" Type="http://schemas.openxmlformats.org/officeDocument/2006/relationships/font"/><Relationship Id="rId103" Target="fonts/font103.fntdata" Type="http://schemas.openxmlformats.org/officeDocument/2006/relationships/font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104" Type="http://schemas.openxmlformats.org/officeDocument/2006/relationships/slide" Target="slides/slide95.xml"/></Relationships>
</file>

<file path=ppt/slideLayouts/_rels/slideLayout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15.png" Type="http://schemas.openxmlformats.org/officeDocument/2006/relationships/image"/><Relationship Id="rId4" Target="../media/image8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6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7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8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19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95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7.png" Type="http://schemas.openxmlformats.org/officeDocument/2006/relationships/image"/></Relationships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65021" y="5061682"/>
            <a:ext cx="6356958" cy="1756110"/>
          </a:xfrm>
          <a:custGeom>
            <a:avLst/>
            <a:gdLst/>
            <a:ahLst/>
            <a:cxnLst/>
            <a:rect r="r" b="b" t="t" l="l"/>
            <a:pathLst>
              <a:path h="1756110" w="6356958">
                <a:moveTo>
                  <a:pt x="0" y="0"/>
                </a:moveTo>
                <a:lnTo>
                  <a:pt x="6356958" y="0"/>
                </a:lnTo>
                <a:lnTo>
                  <a:pt x="6356958" y="1756109"/>
                </a:lnTo>
                <a:lnTo>
                  <a:pt x="0" y="17561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12781" y="1178662"/>
            <a:ext cx="4261438" cy="1177222"/>
          </a:xfrm>
          <a:custGeom>
            <a:avLst/>
            <a:gdLst/>
            <a:ahLst/>
            <a:cxnLst/>
            <a:rect r="r" b="b" t="t" l="l"/>
            <a:pathLst>
              <a:path h="1177222" w="4261438">
                <a:moveTo>
                  <a:pt x="0" y="0"/>
                </a:moveTo>
                <a:lnTo>
                  <a:pt x="4261438" y="0"/>
                </a:lnTo>
                <a:lnTo>
                  <a:pt x="4261438" y="1177222"/>
                </a:lnTo>
                <a:lnTo>
                  <a:pt x="0" y="11772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24393" y="7694052"/>
            <a:ext cx="3038214" cy="3038214"/>
          </a:xfrm>
          <a:custGeom>
            <a:avLst/>
            <a:gdLst/>
            <a:ahLst/>
            <a:cxnLst/>
            <a:rect r="r" b="b" t="t" l="l"/>
            <a:pathLst>
              <a:path h="3038214" w="3038214">
                <a:moveTo>
                  <a:pt x="0" y="0"/>
                </a:moveTo>
                <a:lnTo>
                  <a:pt x="3038214" y="0"/>
                </a:lnTo>
                <a:lnTo>
                  <a:pt x="3038214" y="3038214"/>
                </a:lnTo>
                <a:lnTo>
                  <a:pt x="0" y="30382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623193"/>
            <a:ext cx="8229600" cy="219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POR QUÉ TENER TRABAJO REMOTO EN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031112"/>
            <a:ext cx="82296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545454"/>
                </a:solidFill>
                <a:latin typeface="Mulish Semi-Bold"/>
                <a:ea typeface="Mulish Semi-Bold"/>
                <a:cs typeface="Mulish Semi-Bold"/>
                <a:sym typeface="Mulish Semi-Bold"/>
              </a:rPr>
              <a:t>Todo lo que necesitas saber para dar el siguiente paso este año.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34554" y="6848475"/>
            <a:ext cx="2630137" cy="2467729"/>
          </a:xfrm>
          <a:custGeom>
            <a:avLst/>
            <a:gdLst/>
            <a:ahLst/>
            <a:cxnLst/>
            <a:rect r="r" b="b" t="t" l="l"/>
            <a:pathLst>
              <a:path h="2467729" w="2630137">
                <a:moveTo>
                  <a:pt x="0" y="0"/>
                </a:moveTo>
                <a:lnTo>
                  <a:pt x="2630137" y="0"/>
                </a:lnTo>
                <a:lnTo>
                  <a:pt x="2630137" y="2467729"/>
                </a:lnTo>
                <a:lnTo>
                  <a:pt x="0" y="246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790" t="-59551" r="-71905" b="-9805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40944" y="4621126"/>
            <a:ext cx="82296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545454"/>
                </a:solidFill>
                <a:latin typeface="Mulish Heavy"/>
                <a:ea typeface="Mulish Heavy"/>
                <a:cs typeface="Mulish Heavy"/>
                <a:sym typeface="Mulish Heavy"/>
              </a:rPr>
              <a:t>TU MERCADO YA NO TIENE LÍMITES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0944" y="5604510"/>
            <a:ext cx="821735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Con trabajo remoto, tu próxima oportunidad no depende de la ciudad donde vives. El mundo entero se convierte en tu mercado laboral.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79537" y="6848475"/>
            <a:ext cx="5915682" cy="2580645"/>
          </a:xfrm>
          <a:custGeom>
            <a:avLst/>
            <a:gdLst/>
            <a:ahLst/>
            <a:cxnLst/>
            <a:rect r="r" b="b" t="t" l="l"/>
            <a:pathLst>
              <a:path h="2580645" w="5915682">
                <a:moveTo>
                  <a:pt x="0" y="0"/>
                </a:moveTo>
                <a:lnTo>
                  <a:pt x="5915682" y="0"/>
                </a:lnTo>
                <a:lnTo>
                  <a:pt x="5915682" y="2580645"/>
                </a:lnTo>
                <a:lnTo>
                  <a:pt x="0" y="2580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7266" r="0" b="-6196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16456" y="4824516"/>
            <a:ext cx="82296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545454"/>
                </a:solidFill>
                <a:latin typeface="Mulish Heavy"/>
                <a:ea typeface="Mulish Heavy"/>
                <a:cs typeface="Mulish Heavy"/>
                <a:sym typeface="Mulish Heavy"/>
              </a:rPr>
              <a:t>CONECTAS CON EMPRESAS REALES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604510"/>
            <a:ext cx="821735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Equipos distribuidos en todo el mundo están contratando talento LATAM ahora mismo. Las oportunidades existen — la diferencia está en saber cómo llegar a ellas.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74406" y="7072181"/>
            <a:ext cx="1938188" cy="3509329"/>
          </a:xfrm>
          <a:custGeom>
            <a:avLst/>
            <a:gdLst/>
            <a:ahLst/>
            <a:cxnLst/>
            <a:rect r="r" b="b" t="t" l="l"/>
            <a:pathLst>
              <a:path h="3509329" w="1938188">
                <a:moveTo>
                  <a:pt x="0" y="0"/>
                </a:moveTo>
                <a:lnTo>
                  <a:pt x="1938188" y="0"/>
                </a:lnTo>
                <a:lnTo>
                  <a:pt x="1938188" y="3509330"/>
                </a:lnTo>
                <a:lnTo>
                  <a:pt x="0" y="3509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078" t="-15559" r="-61639" b="-689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40944" y="4740646"/>
            <a:ext cx="82296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545454"/>
                </a:solidFill>
                <a:latin typeface="Mulish Heavy"/>
                <a:ea typeface="Mulish Heavy"/>
                <a:cs typeface="Mulish Heavy"/>
                <a:sym typeface="Mulish Heavy"/>
              </a:rPr>
              <a:t>RECUPERAS TIEMPO. TODOS LOS DÍAS.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0944" y="5604510"/>
            <a:ext cx="821735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Sin traslados ni horas perdidas. Ese tiempo se convierte en energía real para trabajar mejor, rendir más y vivir con más equilibrio.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9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88671" y="5237036"/>
            <a:ext cx="4309658" cy="1192339"/>
          </a:xfrm>
          <a:custGeom>
            <a:avLst/>
            <a:gdLst/>
            <a:ahLst/>
            <a:cxnLst/>
            <a:rect r="r" b="b" t="t" l="l"/>
            <a:pathLst>
              <a:path h="1192339" w="4309658">
                <a:moveTo>
                  <a:pt x="0" y="0"/>
                </a:moveTo>
                <a:lnTo>
                  <a:pt x="4309658" y="0"/>
                </a:lnTo>
                <a:lnTo>
                  <a:pt x="4309658" y="1192339"/>
                </a:lnTo>
                <a:lnTo>
                  <a:pt x="0" y="1192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84359" y="6926933"/>
            <a:ext cx="4918282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Mulish Heavy"/>
                <a:ea typeface="Mulish Heavy"/>
                <a:cs typeface="Mulish Heavy"/>
                <a:sym typeface="Mulish Heavy"/>
              </a:rPr>
              <a:t>¿LISTO PARA TU PRÓXIMA OPORTUNIDAD REMOTA? ÚNETE A HUTRIT CLUB</a:t>
            </a:r>
          </a:p>
        </p:txBody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34554" y="6848475"/>
            <a:ext cx="2630137" cy="2467729"/>
          </a:xfrm>
          <a:custGeom>
            <a:avLst/>
            <a:gdLst/>
            <a:ahLst/>
            <a:cxnLst/>
            <a:rect r="r" b="b" t="t" l="l"/>
            <a:pathLst>
              <a:path h="2467729" w="2630137">
                <a:moveTo>
                  <a:pt x="0" y="0"/>
                </a:moveTo>
                <a:lnTo>
                  <a:pt x="2630137" y="0"/>
                </a:lnTo>
                <a:lnTo>
                  <a:pt x="2630137" y="2467729"/>
                </a:lnTo>
                <a:lnTo>
                  <a:pt x="0" y="246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790" t="-59551" r="-71905" b="-9805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40944" y="4621126"/>
            <a:ext cx="82296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545454"/>
                </a:solidFill>
                <a:latin typeface="Mulish Heavy"/>
                <a:ea typeface="Mulish Heavy"/>
                <a:cs typeface="Mulish Heavy"/>
                <a:sym typeface="Mulish Heavy"/>
              </a:rPr>
              <a:t>DESARROLLAS LAS HABILIDADES QUE MÁS COTIZAN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0944" y="5604510"/>
            <a:ext cx="821735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Autonomía, comunicación clara y organización sin supervisión constante. Esas son las habilidades que el mercado valora en 2026 — y el remoto las desarrolla.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DAG6ekqP20M</dc:identifier>
  <dcterms:modified xsi:type="dcterms:W3CDTF">2011-08-01T06:04:30Z</dcterms:modified>
  <cp:revision>1</cp:revision>
  <dc:title>Carruseles y estaticos linkedin </dc:title>
</cp:coreProperties>
</file>